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AAD9-04D6-C519-BF34-AED1D149D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1D6D9-0B39-B8A4-B68F-808220B56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B744-9A50-A216-572C-845593D6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0F306-75B6-59BB-2EA5-370C08CA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C13C-C989-56B7-ADA4-DDE836E0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2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B227-7759-B41B-0FC7-53C52DDF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4B91-0FED-7221-275A-EC806733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D5E8F-BA58-AB4B-0E3D-3C62425B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B86EE-C02E-52DF-93E4-6803DE69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0C514-B45E-9453-EAA2-D46E603F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2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1474-AA11-38EF-96D0-D59F90AC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F2186-4251-D93E-07F2-88FEF499A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A10C7-5574-B6BB-EC18-3F819B4D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2CAC-EB67-2BBD-B97B-B784B3B0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E6247-372C-261D-1604-B51AA762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5DBA-1D6D-142C-7474-37B7B00A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7E2F-65EC-4036-3BD6-75390DA1F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D3D9F-777F-18EE-68C1-E8A5395B2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EED8C-0804-D977-FC1F-494ADAD8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96E0B-6D22-555E-0682-0FFF9FC2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B8AF9-37C9-09A1-6B72-FD8D1054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21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99BA-CE46-25E0-5460-F68BFA20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B2E9-29DA-E076-6DD3-56247E9A5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EC549-7769-A6CD-2016-B1AA04199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A6F13-CBAC-AF72-2471-1772196AC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79E0A-AF22-C1B9-92EE-69A798000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A063D-AB2C-3EAA-18B9-B611D5BB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2DD84-DD2B-EC18-6F3A-7D276FB8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B19E8-F6C9-3157-51A2-06CD0F3F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3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FDB2-5EAF-F2FE-7F78-AF7C44D4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2D6CE-80CB-792F-E925-A5C620868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18639-4B16-6962-0BB4-CC330A80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0F537-01EA-AE6C-F559-721106B8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8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B36CC-4864-003E-B018-A49E4704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376D3-3690-9D2D-6094-339BB922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19B43-33D3-F9DA-5EE8-AE69887E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917E-7518-49AA-6067-CA4C183A0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29F0-DE93-AD69-AF94-EA10FE07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9538A-6E9E-2338-4395-FE1E1D9A4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7889-8897-E2BF-F3A9-ADF5555F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09F3E-7A87-24A2-7A24-A3643D61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F52A4-DA48-142E-1DA9-721349DB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9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076C-D84F-D650-3874-DB826FF0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BCAC8-67AC-12B4-C15C-1E9C27162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D4583-5130-10F8-998A-D335E76FB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190E0-0D9E-009C-78D0-7C0AA990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16968-658F-F025-5E69-639BD1E5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38BD7-CBA5-7BF8-5F5D-886BBDC0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B88C-CC21-94ED-5897-B4630BCA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53E1F-7C39-F1E5-E284-0CAC8B9AF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1CC61-C1BD-57DA-19C0-E2388CA8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77B4A-DBDF-FEAA-764E-7A127BE3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1781E-2369-9B08-53FB-DF6F7D99D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1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C88E8-6898-254E-1964-1C9C72EAD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AD8F6-C96B-FA59-983F-DC4F769EA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28F79-F0EA-18FB-BCF3-8761EB57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CA0C0-76F0-C073-E858-82910FBE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6413D-5522-D3B5-9271-3896B87B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3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F3728-E47C-7C92-4760-717D935B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84196-29B3-FC34-1243-028D0368B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E41F2-3C6C-8E02-56EC-8B1AB0F90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0C86D-F51B-4308-AEE0-1BBC6BB736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9FAC-DA25-10CC-A43B-E3026A91F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BFE94-AE4A-D5CA-1BF3-58BE94697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FC209-ED80-49E9-8B8F-DA6C5FCEF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6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Colored pins pinned on a calendar">
            <a:extLst>
              <a:ext uri="{FF2B5EF4-FFF2-40B4-BE49-F238E27FC236}">
                <a16:creationId xmlns:a16="http://schemas.microsoft.com/office/drawing/2014/main" id="{90252E17-0575-A319-F315-48CA2F18A1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B6D1D8-F4D1-CB36-52DD-6F6042B2B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>
                <a:solidFill>
                  <a:srgbClr val="FFFFFF"/>
                </a:solidFill>
              </a:rPr>
              <a:t>Day 1 Tasks</a:t>
            </a:r>
          </a:p>
        </p:txBody>
      </p:sp>
    </p:spTree>
    <p:extLst>
      <p:ext uri="{BB962C8B-B14F-4D97-AF65-F5344CB8AC3E}">
        <p14:creationId xmlns:p14="http://schemas.microsoft.com/office/powerpoint/2010/main" val="4787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D00C6-0B68-65E3-93C6-9DB2D1E7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28" y="1825625"/>
            <a:ext cx="62715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List 3 apps you used today. Where do you think computation happened?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7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E0811-C458-6179-2886-DC692495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Classify the following scenarios as Parallel, Distributed, or Cloud Computing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C3B478F-3AD7-41E7-C768-BA06637FA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7968949"/>
              </p:ext>
            </p:extLst>
          </p:nvPr>
        </p:nvGraphicFramePr>
        <p:xfrm>
          <a:off x="1010654" y="2112579"/>
          <a:ext cx="10116153" cy="419280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933724">
                  <a:extLst>
                    <a:ext uri="{9D8B030D-6E8A-4147-A177-3AD203B41FA5}">
                      <a16:colId xmlns:a16="http://schemas.microsoft.com/office/drawing/2014/main" val="1792154815"/>
                    </a:ext>
                  </a:extLst>
                </a:gridCol>
                <a:gridCol w="2394143">
                  <a:extLst>
                    <a:ext uri="{9D8B030D-6E8A-4147-A177-3AD203B41FA5}">
                      <a16:colId xmlns:a16="http://schemas.microsoft.com/office/drawing/2014/main" val="2214894846"/>
                    </a:ext>
                  </a:extLst>
                </a:gridCol>
                <a:gridCol w="2394143">
                  <a:extLst>
                    <a:ext uri="{9D8B030D-6E8A-4147-A177-3AD203B41FA5}">
                      <a16:colId xmlns:a16="http://schemas.microsoft.com/office/drawing/2014/main" val="1884654627"/>
                    </a:ext>
                  </a:extLst>
                </a:gridCol>
                <a:gridCol w="2394143">
                  <a:extLst>
                    <a:ext uri="{9D8B030D-6E8A-4147-A177-3AD203B41FA5}">
                      <a16:colId xmlns:a16="http://schemas.microsoft.com/office/drawing/2014/main" val="1152109656"/>
                    </a:ext>
                  </a:extLst>
                </a:gridCol>
              </a:tblGrid>
              <a:tr h="74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Scenario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Parallel Computing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Distributed Computing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Cloud Computing</a:t>
                      </a:r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4041426441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GPU image rendering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2246141917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Hadoop log processing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2600945165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Netflix video streaming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2362077961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Multi-core CPU program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580427534"/>
                  </a:ext>
                </a:extLst>
              </a:tr>
              <a:tr h="44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Google Drive</a:t>
                      </a:r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marL="101275" marR="101275" marT="50638" marB="506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101275" marR="101275" marT="50638" marB="50638" anchor="ctr"/>
                </a:tc>
                <a:extLst>
                  <a:ext uri="{0D108BD9-81ED-4DB2-BD59-A6C34878D82A}">
                    <a16:rowId xmlns:a16="http://schemas.microsoft.com/office/drawing/2014/main" val="734864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71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03D33-BF94-12C2-6959-7AEAC590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Observation of Parallel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099A-2513-98A1-FFF7-CE388287E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Open the system Task Manager or System Monitor.</a:t>
            </a:r>
          </a:p>
          <a:p>
            <a:r>
              <a:rPr lang="en-US" sz="2000" dirty="0"/>
              <a:t>Execute multiple CPU-intensive tasks simultaneously (e.g., open several browser tabs or applications).</a:t>
            </a:r>
          </a:p>
          <a:p>
            <a:r>
              <a:rPr lang="en-US" sz="2000" dirty="0"/>
              <a:t>Observe CPU core utilization.</a:t>
            </a:r>
          </a:p>
          <a:p>
            <a:pPr marL="0" indent="0">
              <a:buNone/>
            </a:pPr>
            <a:r>
              <a:rPr lang="en-US" sz="2000" b="1" dirty="0"/>
              <a:t>Questions:</a:t>
            </a:r>
            <a:endParaRPr lang="en-US" sz="2000" dirty="0"/>
          </a:p>
          <a:p>
            <a:r>
              <a:rPr lang="en-US" sz="2000" dirty="0"/>
              <a:t>Are multiple CPU cores active?</a:t>
            </a:r>
          </a:p>
          <a:p>
            <a:r>
              <a:rPr lang="en-US" sz="2000" dirty="0"/>
              <a:t>Is memory shared among processes?</a:t>
            </a:r>
          </a:p>
          <a:p>
            <a:r>
              <a:rPr lang="en-US" sz="2000" dirty="0"/>
              <a:t>Why does this represent parallel computing?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193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Day 1 Tasks</vt:lpstr>
      <vt:lpstr>PowerPoint Presentation</vt:lpstr>
      <vt:lpstr>Classify the following scenarios as Parallel, Distributed, or Cloud Computing</vt:lpstr>
      <vt:lpstr>Observation of Parallel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Faisal Bin Ubaid</dc:creator>
  <cp:lastModifiedBy>Faisal Bin Ubaid</cp:lastModifiedBy>
  <cp:revision>1</cp:revision>
  <dcterms:created xsi:type="dcterms:W3CDTF">2026-01-13T06:37:43Z</dcterms:created>
  <dcterms:modified xsi:type="dcterms:W3CDTF">2026-01-13T06:49:57Z</dcterms:modified>
</cp:coreProperties>
</file>